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2b2f25a0-f6ca-4a36-b214-8224661c9cd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046ea0f2-f850-4b86-8bf0-532f782b16ef/7849a290e9cdd012cdcd?bookmarkGuid=4ee3175c-6670-4da5-b31a-8ae460d2c1c8&amp;bookmarkUsage=1&amp;ctid=df8679cd-a80e-45d8-99ac-c83ed7ff95a0&amp;fromEntryPoint=export&quot;"/>
    <we:property name="reportState" value="&quot;CONNECTED&quot;"/>
    <we:property name="artifactViewState" value="&quot;live&quot;"/>
    <we:property name="reportEmbeddedTime" value="&quot;2025-11-17T12:04:34.293Z&quot;"/>
    <we:property name="creatorSessionId" value="&quot;d6b3264c-4262-4b0a-8e22-0888ce46fec8&quot;"/>
    <we:property name="creatorUserId" value="&quot;10032003C37DA99E&quot;"/>
    <we:property name="creatorTenantId" value="&quot;df8679cd-a80e-45d8-99ac-c83ed7ff95a0&quot;"/>
    <we:property name="pageDisplayName" value="&quot;Customers/Products&quot;"/>
    <we:property name="pageName" value="&quot;7849a290e9cdd012cdcd&quot;"/>
    <we:property name="reportName" value="&quot;Dashboard Top 10 States Revenue Overview (2017–2020)&quot;"/>
    <we:property name="isVisualContainerHeaderHidden" value="false"/>
    <we:property name="isFiltersActionButtonVisible" value="true"/>
    <we:property name="initialStateBookmark" value="&quot;H4sIAAAAAAAAA+1aWW/bOBD+K4Ze+mIUEnXnLVe3RY5mk2yKYhEUI5KyuZElLSWldQP/9x1SkuM4vuI6x6Z5sUVyxLm/GVG6MZgo8gSGxzDgxpaxk2VXA5BXHcvoGmkz9/nzwdH26cG34+2jfZzO8lJkaWFs3RglyB4vL0RRQaJ2wMm/L7sGJMkJ9NQohqTgXSPnsshSSMRPXhPjUikrPuoa/EeeZBLUlmcllFxte43kOEbe1nsbOQItxTU/47SsZ/3ACYGEJg8pY6ZFKKMMyWKRlHin2iFqFMIrGkTMp5bru9SCwDNNG9R8o9zM5a5RDnO1uosC9TIpKCTj/dXNF62ApGt8kNkA1b4xGhMqyv20FOVQDTKqVcO5c72lOUL7fOlzyfU9u1nKRK3VjfFJ/+7/yCUvitrEmiSpBlMranSWVZLyUx7fDjT3ERr1RGZoci1BbdSRYnsBSaVdhLseClQFtVLKqGmkfLctxU/00jtNPYdmF50YZzIVS8gy5VSWLST6gDSCLd7ogKdlRa+GC4mO+ffO10xeLSQ64WlaDJNrWCb7Of8BxUKKv0roLyT4wouycyFkT7TMLkf4U4f7hA9X8u39YJrj4q7Rz77vSo4jZmxZIzVT1Emjk2Jm2qh00ymJoViCSJsEoq4VM6TygNngWV5kmzptCpH2kiaJb++tY9so+oD/iBDRP8hW7aNliAM/BuYEYPpmBKZDooisuxe1UCQaEAJBENCIBBasvVfIY0qBmAExo4DwEIAE6t47OKIco/OwgYTzLD9eGQuKKvq34nKoIOGug9sFvP6zvVi0E51EFVoVZTZA9reo0h1TXk1SHvBh54hDUSHvzjlECb+LRGc8QYusgTN0Ogg1d5xqpIgFT5ihWHyWjMudoeaxJ2QL4mTaJI2YqwpwNS3AKb/macVbdY2Rxjx0l7Hlmtrftd5kwlbLrPq4WD3Hhlps7aq5d47jajTaAK6MFZ8tzjSsdMe5sM0QTSlXtfcu/48CIVHS/vAQnZLcl2O8fn+p5X8BUtRdQaP0arrsoZS18Ua3wTjey7ij314LmxPi6MnO7YRabpQwvnKQ9+xhTtjjbrvwO5jkCItGf6FN5sbIavm+CMmWAsAaUm0mc3ab+W+f9maIofJ1Yb3KxXVWtmg9UbTaThg5/TNR12uZawR6nWHWZB4C42n2/QFQ+0BHNUAKadE+jdS8ZJboq5o7SpEoueo1jcPITq+3bN63F98EU/SiQHETyAsVAOrBB6cY18JhXD+iQor1iUjTlq+akVlWqr1aCdrHgrRKEmyw+iJhkqdapmmS2e2uFXqHLbPzrIdxPeambKo6LTuwvYiwyGG271mW45HopXZa+WRPkMuMVSr7nq/TyqddfFLL9FKbLWtes7XMsI/bbM0345P3W2Pd50q0RuHCh/eyP+CloGp0yOPyyYrsqej1NbczinRs/xpmFJ4nkUQLoM6g1OAzUkKZIXTYazWxm7ZorUanKd4znB+L8int+mB5Nmrdl9n+PaE1H9gT9qsUyzI74ShGWmJzQq84q3Fntw+ynO4Us41Wgl/ygwLY2Y1r/bw0XKP/WY6hl7oMOVbg8MiJPM8yfccmzGTh6+08poLw5TQg1qYbkHsJ9dZ/PG//8WzI+TJrzRuePw6e+8RiAbgBMX3wfJO7lsPm43nzko/ENODUd7lpM9fmhDiuf/uS7+1E/+1Ef0Mg/7880V8BrIpEUG3GW0gycPueVohBCdpWec1I8Ho9Y3qZ62Sc/Z50BwpB37U6zzvfnDh92qgZakSJHOKFYQw2N12PBHZgkgUdYoMoPKAeccF1CA/sCBiJdNlZ4T3A477yfcZC3WbrzrCjELXTIHehJua8OVkadxQka5aevBz+srZ1REf4BBLHzLPcQL1zd4jJ7LfwerjBP6IQA8g7Z9VgAFL85Kwz4YP22Lt4XVG2utJNsJkxC3yLBpZJQ9fiIau/2ngLtofZffvij47ucooONuhjQ7+u4JqvZFOLuee7wCAIwYsYVkcG+qXNWp/ahL4XO9QLbIt5ACbQwFl6DLO50FMQ/aHu76eMoFZ+s65oJWPUvZFrxkHoEdOKXBKxwPT90FzqtrevQp75yORROrEE4QGfm9gOyF86n3jVQbDaycirNsGlhq3RbFDMqrLIgfITSPkMcNTfXjDOlgCk+rTA0DwwREXzWL0CfSPcf80hQQr0LgAA&quot;"/>
    <we:property name="bookmark" value="&quot;H4sIAAAAAAAAA+1aW3PTOBT+Kxm/8JJhbPneN9rCwlCgtN0yzE6HOZbkRNSxsrJdCJ389z2S7TRNc2tIL1v6kljSsc79O8eyLy0mimEGo48w4NaOtSvl+QDUecexulZezyV+TGkapBCThDlJGMSej6tyWAqZF9bOpVWC6vHyVBQVZHojnPznrGtBlh1CT49SyAretYZcFTKHTPziNTEulari467Ffw4zqUBveVxCyfW2F0iOYxTBeekiR6CluODHnJb1bBh5MZDY5jFlzHYIZZQhWSqyEu/UOySNXnhFo4SF1PFDnzoQBbbtgp5vdZy33LXK0VCv7qFAPakEhWyyv775tBWQdK03Sg5Q7UursaSmfJ2XohzpgaRGNZw7MVvaY7TPlz5X3NyzJ3Mmaq0urXfm9/XPoeJFUZvYkGTVYGZFj45lpSg/4unVwHAfo1EPlUSTGwlqo44121PIKuMi3PVAoCqolVZGTyPli1dK/EIvvTDUC2j20ImpVLlYQSa1U5lcSvQGaQRbvtF7npcVPR8tJfrIf3S+SnW+lOiQ53kxyi5glewn/CcUSyn+LqG/lOALL8rOqVA90TI7G+NPHe5TPlzLtzeDaYGLu1Zf/thTHEfM2nHGeqaok8Ykxdy00elmUhJDsQSRNwlEfSdlSBUAcyFwgsS1TdoUIu9lTRJf3VvHtlX0Af8RIZLvyFbvY2RIozAF5kVgh3YCtkeShGy6F3VQJBoRAlEU0YREDmy8V8xTSoHYEbGTiPAYgET63ms4oh1j8rCBhBM5/Lg2FhRV8m/F1UhDwnUHtwt4/bm9WLYTnUYVWhWlHCD7K1TpTijPpynf81HnA4eiQt6dE0gyfh2JjnmGFtkAZ+hsEBruONVIkQqeMUuz+KQYV7sjw2NfqBbEyaxJGjHXFeB8VoAjfsHzirfqWmODeegua8e3jb9rvcmUrVZZ9W6xeoENjdjGVQvvnMTVeLwFXJkoPl+cWVjpTnLhFUM0pVzX3uv83wqEREX7owN0SnZTjsn6zaWW/ykoUXcFjdLr6bKPUtbGG18F42Qv65p++y1sToljJjtXE3q5UcL6ykHdsIc9ZY/r7cKfYJIPWDT6S22yMEbWy/dlSLYSADaQajuZs9fMf3u3P0cMna9L69VQXMiyReupotV2wsjp+1Rdr2WuEehphlmTeQiMR/LHLaD2lo5qgBTyon0aqXkpmZmrmjtKkWm56jWDw8jOrLdsXrYX3wTT9KJAcTMYFjoA9IMPTjFuhMO4vkOFNOtDkectXz2jpCz1Xq0E7WNBXmUZNlh9kTHFcyPTLMn8dteJg4OW2YnsYVxPuGmb6k7LjdwgISzxmBsGjuMFJHmsndZwuicYKskqnX0P12kNZ118WMv0WJstZ1Gztcqwd9tsLTbjvfdbE90XSrRB4cKH97I/4KWgenTA0/LeiuyR6PUNt2OKdOz1BcwpPPciiRFAn0HpwSekhFIidLgbNbHbtmitRqcp3nOcn4ryPu16a3m2at3H2f7dozVv2RP2qxzLMjvkKEZeYnNCzzmrcWevD6qc7RTlVivBb/lBA+z8xrV+Xhpt0P+sxtAzU4Y8J/J44iVB4Nih5xJms/jpdh4zQfh4GhBn2w3IjYR67j8etv94MOR8nLXmGc/vBs9D4rAI/IjYIQShzX3HY4vxvHnJR1IacRr63HaZ73JCPD+8esn3fKL/fKK/JZD/X57orwFWRSaoMeMVJFm4fc8oxKAEY6thzUjwel0ys8xNMs5/T7oLhaAvWp0XnW9OnT5t1Qw1oiQeCeI4BZfbfkAiN7LJkg6xQRQe0YD44HuER24CjCSm7KzxHuBuX/k+YKFus3V31NGI2mmQu9ATC96crIw7Coo1S/deDn9b2zqiE3wCSVMWOH6k37l7xGbuc3jd3uBvUYgBDDvH1WAASvzirDPlg/bYu3haUba+0k2w2SmLQodGjk1j3+Exq7/aeA6229n91elfHdPlFB1s0CeGflrBtVjJphbzIPSBQRRDkDCsjgzMS5uNPrWJwyD1aBC5DgsAbKCRt/IYZnuhpyH6Td3fzxhBr/xhXdFaxqh7I99OozggtpP4JGGRHYaxvdJtz1+FPPCRyZ10YhnCAz43sV1Qv3U+8aSDYL2TkSdtgjMDW+P5oCirshgC5YeQ8zngaL69YJytAEj9acEEHcfj/wAwOMLvyy4AAA==&quot;"/>
    <we:property name="datasetId" value="&quot;f0cd601c-4357-4787-afdf-cbe66f0205ae&quot;"/>
    <we:property name="embedUrl" value="&quot;/reportEmbed?reportId=046ea0f2-f850-4b86-8bf0-532f782b16ef&amp;config=eyJjbHVzdGVyVXJsIjoiaHR0cHM6Ly9XQUJJLVVBRS1OT1JUSC1B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Sylwester Storczyk</cp:lastModifiedBy>
  <cp:revision>3</cp:revision>
  <dcterms:created xsi:type="dcterms:W3CDTF">2018-06-07T21:39:02Z</dcterms:created>
  <dcterms:modified xsi:type="dcterms:W3CDTF">2025-11-17T12:05:04Z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