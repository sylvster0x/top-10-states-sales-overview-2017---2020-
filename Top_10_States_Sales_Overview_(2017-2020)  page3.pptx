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a169f08-7b50-43a0-b4f1-14396913aaa8}">
  <we:reference id="WA200003233" version="2.0.0.3" store="en-US" storeType="OMEX"/>
  <we:alternateReferences/>
  <we:properties>
    <we:property name="Microsoft.Office.CampaignId" value="&quot;none&quot;"/>
    <we:property name="reportUrl" value="&quot;/groups/me/reports/046ea0f2-f850-4b86-8bf0-532f782b16ef/8d6ba9679ee07cc0d023?bookmarkGuid=e7d88747-dc68-437d-bd65-70c7483ed625&amp;bookmarkUsage=1&amp;ctid=df8679cd-a80e-45d8-99ac-c83ed7ff95a0&amp;fromEntryPoint=export&quot;"/>
    <we:property name="reportState" value="&quot;CONNECTED&quot;"/>
    <we:property name="artifactViewState" value="&quot;live&quot;"/>
    <we:property name="reportEmbeddedTime" value="&quot;2025-11-17T12:05:49.238Z&quot;"/>
    <we:property name="creatorSessionId" value="&quot;e35397eb-2921-405a-8c27-f311cd68167a&quot;"/>
    <we:property name="creatorUserId" value="&quot;10032003C37DA99E&quot;"/>
    <we:property name="creatorTenantId" value="&quot;df8679cd-a80e-45d8-99ac-c83ed7ff95a0&quot;"/>
    <we:property name="pageDisplayName" value="&quot;Employees Basic Calculations&quot;"/>
    <we:property name="pageName" value="&quot;8d6ba9679ee07cc0d023&quot;"/>
    <we:property name="reportName" value="&quot;Dashboard Top 10 States Revenue Overview (2017–2020)&quot;"/>
    <we:property name="isVisualContainerHeaderHidden" value="false"/>
    <we:property name="isFiltersActionButtonVisible" value="true"/>
    <we:property name="initialStateBookmark" value="&quot;H4sIAAAAAAAAA+VYbW/iOBD+K8jSab+gk0OaBPqtBapbdfuittfV6lStJvYAXkKMnKQtW/Hfb+wESilv22qPu70vIR6PxzPzPDOxeWJSZeMEJucwQnbIjrUejsAMax6rs7SSXVycnh1dnX49PzrrkliPc6XTjB0+sRxMH/NblRWQWAsk/OuuziBJLqFvRz1IMqyzMZpMp5Co71gq01RuCpzWGT6OE23AmrzOIUdr9p7UaUx7e7/7tCOIXN3jNYq8lDZlGEMrjFqIPBKCS96waj2V5LTSWoirgOhNNGMZCS+IAuFBM+TcByuvgls5XWf5ZGxn2+RQXxslIJnbt4tvZw426uzE6BGF/cSqFFrNbpqrfGIHWrjQSHbjTPIp5efzAA26NW2dSlVG9cQ+umf3cWwwy8oUO5WkGC3N2NG1LozAK+w9D9zuU0rqpdGUcudBmdSp3fYWksJBRFY/KQqForLBWDFpfjgy6juh9MFpr9FpE4g9bVK1RU1bUKXeqHRCOkpuNnSKaV6I4WSj0jk+1L5oM9yodIlpmk2Se9jm+w0+QrZR488cBhsVPmOW126V6avZZndTepR0X8BwJ2xfk2kNxHU20A9tgzSS7NCbWklWFo0ripVlY8vNlSRRMQeVVgUUtThv+kHU9HlEa0IQ0LLyTKX9pCri57Ult1k2APqlDhF/o22tHeeDjL0e8EACRAEPgyD0PP+ttrAhgmYr9vjBAQ9i3sAwCu3aF7Vvk+lqZ2UZvwcCHFG3miAuQ9Ct5DXXBJah4NP63JcjSQwUJF125AwhKwzu6skpTmrVkqx2A3HyyqcrvMe0wJnWCq8sITeCIFxy2gMw+UsoaGAkmuOJS3NHmVlvpobY/afDsr2t/ESQ2rcFwle4T3bvoz8M9J1jpQhk0APJUQQND7gfNJD/31lZolerIFl2jV57Kt/AzX+Bb2D7d+23txROQo2U2rIYoiyhbOtRrPdUSD+IxP7LKUYeox/2wkaDh1LE2Iz8reW0liZH/b7BPsxOWd13FFoGCR2glmK4sAB+rX3suImTIq0QDDaRev/Fv735J0VG6Z4z+D3k3SMG+6ezh60DGTSjhn/gRXRqiQL03k7nPxQdN40YTD7RhzB57fF8/vXUzNNbMKq8cVXXht2i7lDCnj/J1XVnbou9yERndiRdcMcJa88CO10Fwb4gmLeQNEuUoDvZIi3ZCOlWal8k5OByOi4dU1jOa+mm0aV89Qn+GDIl7MndndvXM91bZvovDc/aWppfLX/xBJQF3WrGUauHPud+qwkiCvxwe0H/Bzr+zyqmDq2Q+iFdrKdtNPp5DdlBuCpCXeTZGAReQoorIqUIIZU2lRujtf9rMbcH5VZZNu6mXzn3N2lNxCqSEwAA&quot;"/>
    <we:property name="bookmark" value="&quot;H4sIAAAAAAAAA+VYbW/aSBD+K8jSqV/QaY3xC/mWANFV7fWiJkdVnaLTeHeALcaL1nYSN+K/d3ZtCCFg0kQ97npfiHdmdjwzzzzj3dw7QmaLBMoPMEfnxDlTajYHPWu5TttJKxlj3RB5HAsPAoZB1A1jIK1a5FKlmXNy7+SgJ5iPZFZAYhyR8K/rtgNJcgETsxpDkmHbWaDOVAqJ/IqVMalyXeCy7eDdIlEajMvLHHI0bm/InNYUgvurR28EnssbvESeV9JIBDH0grCHyELOmWAdYzaWSU47jYe4zoueeBSLkLt+6HMXooAxD4y8znGnuu3k5cJo+xTQRGnJIVn7N5tHqwA7bedcqzmlfe/UlTSWwzSXeWkWitvUSHZlXbIl1efTFDXaPX2VClllde+8tb/Du4XGLKtKbE2SYr6lMatLVWiOH3H8sLBvX1JRL7SiktsIqqIuzWtHkBQWIvL6XlIqlJVJxojJ8s2pll8JpTfWeo9Nn0AcK53KA2bKgCpUo9E52UjR7OgdpnnBZ2Wj0Qe8bX1WetZodIFpmpXJDRyK/QrvIGu0+DOHaaPBJ8zy1kjqiVy97HpJP1W7b2D4LGyfNtMeiNvOVN32NdJKOCfu0kiyijSWFDtpY+hmKUmtmINMawKFPcYizw8jj4W0JwAOPSPPZDpJahI/7K1628mmQH9pQsRf6LXGj41BxO4YmC8AQp8Fvh+4rvdSX9jhftSLXdbtMj9mHQzCwOx9xH1TTMudnTR+DQQ4p2lVIm5DMKzlLTsEtqFgy/Y6llNBHchJuh3I7whZofG5kbzDslVvyVpXECdPYvqIN5gWuLLaEZVpyEYQuC1Ofwo6fwwFLbRAfVbaMg+kXs1mGojDfzotM9uqTwSZfdlo+Br38vlz9LuBvrZdyX3hj0Ew5H7HBeb5HWT/966s0GvVkGyHRo9jmTf05r8gNjDzu/XLS4iT0CClscxnKCoo+2oeqyMR6TuROD6dYmQxesE46HRYIHiMUegdpNPeNjmdTDROYHXKGr6CaBkkdIDayuEPA+DfrbcDqzgv0hpBv6mpj0/+w8M/KTIq97qDX9O8R8Tg+O3sYq8r/CjseF03pFNL6KP78nb+TdJxU/Np+Z4+hMnTiNf6p6pVpCPQsrpx1deG52U9oII9fJLr687al/OoEoPVkXQjHCtsPQiMuk7C+YygX9KkWSI53ck229KZI91KzYOAHGxNF1VgEiu9ElaNtuS7T/BnkEluTu723L6/093tTv+p4dnLpfXV8icvQEXoXhSHvTF6jHm9CHjoe8FhQv8HJv6PItOAdgh1m27y6VAb/biBbCHclaEq8mwBHC8gxR2ZUoaQClPKxmzN/7XWeS6X3wCecdgyaRMAAA==&quot;"/>
    <we:property name="datasetId" value="&quot;f0cd601c-4357-4787-afdf-cbe66f0205ae&quot;"/>
    <we:property name="embedUrl" value="&quot;/reportEmbed?reportId=046ea0f2-f850-4b86-8bf0-532f782b16ef&amp;config=eyJjbHVzdGVyVXJsIjoiaHR0cHM6Ly9XQUJJLVVBRS1OT1JUSC1B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Sylwester Storczyk</cp:lastModifiedBy>
  <cp:revision>3</cp:revision>
  <dcterms:created xsi:type="dcterms:W3CDTF">2018-06-07T21:39:02Z</dcterms:created>
  <dcterms:modified xsi:type="dcterms:W3CDTF">2025-11-17T12:06:27Z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