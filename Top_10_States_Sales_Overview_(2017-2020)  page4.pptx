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5e61d9b-6503-486b-b68f-6fde58fde8bb}">
  <we:reference id="WA200003233" version="2.0.0.3" store="en-US" storeType="OMEX"/>
  <we:alternateReferences/>
  <we:properties>
    <we:property name="Microsoft.Office.CampaignId" value="&quot;none&quot;"/>
    <we:property name="reportUrl" value="&quot;/groups/me/reports/046ea0f2-f850-4b86-8bf0-532f782b16ef/6b45ed28403ad25d66d1?bookmarkGuid=c86ceddc-dca0-4f41-b1ef-a47e0cbc2d79&amp;bookmarkUsage=1&amp;ctid=df8679cd-a80e-45d8-99ac-c83ed7ff95a0&amp;fromEntryPoint=export&quot;"/>
    <we:property name="reportState" value="&quot;CONNECTED&quot;"/>
    <we:property name="artifactViewState" value="&quot;live&quot;"/>
    <we:property name="reportEmbeddedTime" value="&quot;2025-11-17T11:41:04.664Z&quot;"/>
    <we:property name="creatorSessionId" value="&quot;a888b179-0768-4786-8d03-8e65216d1ad3&quot;"/>
    <we:property name="creatorUserId" value="&quot;10032003C37DA99E&quot;"/>
    <we:property name="creatorTenantId" value="&quot;df8679cd-a80e-45d8-99ac-c83ed7ff95a0&quot;"/>
    <we:property name="pageDisplayName" value="&quot;Employees&quot;"/>
    <we:property name="pageName" value="&quot;6b45ed28403ad25d66d1&quot;"/>
    <we:property name="reportName" value="&quot;Dashboard Top 10 States Revenue Overview (2017–2020)&quot;"/>
    <we:property name="isVisualContainerHeaderHidden" value="false"/>
    <we:property name="isFiltersActionButtonVisible" value="true"/>
    <we:property name="initialStateBookmark" value="&quot;H4sIAAAAAAAAA+1aW2/aSBT+K5alVV/QysY36FuSptpVmkuTbKpqFa2OZw4wi/GwYzstjfjve2ZsE6BgWNQ0W8oLMDNnznznOh+GR5uLbJzA5AJGaL+2j6UcjkANLddu2Wk1d3l5dn50ffbXxdH5KU3LcS5kmtmvH+0cVB/zO5EVkGgNNPnnfcuGJLmCvh71IMmwZY9RZTKFRHzBUpiWclXgtGXj53EiFWiVNznkqNU+kDiN6Wz3V49OBJaLB7xBlpezYewHyNsd3/GAtwMehlzj7Ykkp51aQ1wZRJ9YJ+YRc4MoYC50Qof26PnKuJXLLTufjPXqCQHqSyUYJDP9evNdDbDdst8qOSKzH+3KhVryNM1FPtEDyYxpNHdrVDpT8s+HASo0e05kykVp1aP9u3k9/TxWmGWli41IUoyWVvToRhaK4TX2ngbm9Ck59UpJcrlBUDp1qo+9g6QwISKt7wSZQlZpY/Q0Sb46UuILRemVkV4jc0JB7EmVig1iUgeVy0ahtyQjeLOiM0zzgg0njUIX+Mn6KNWwUegK0zSbJA+wCfstfoasUeKPHAaNAh8wy607ofqiPux+Si9lus/FcKvYfp1Ma0Lcsgfy04lCGnH7tTvVM1lZNKYoVpaNLjdTkpSKOYi0KqAAnKAHzIk8J/ZiLwjjyMhmIu0nVRE/7S1z284GQO/UIeK/6Vitx2AgLT7EXQecjs8ZdoLQiXbV5Yex13OdtkeKYtd32gEYXAu1r51paqcq8siNGOtGQccNu4EfRB7znaciv5Xji62rOyvifwpUE13kiyGrF+jz+/pDkyac7xM4oi44QZzrE62Z5HBe8gwn1jlCVtDZ1i3ECS72lhtMyF87dA5cTqvTCpNlYNBaBacnMOG2PutScVTHE3PYG6Hq/txe9k2Fd1skw2Uk1/iAaYG13fbUtDOKG2V5YNKidEB7zmmb3Pu8bXiTMw1+E7y1KmaZNp1+g94x88AGXMs9hBxalckRp9bJaHYZyHbRbUrgjeFeROVsg+o3QV1ZscHkHWlLvgY3W/96qYZyB0qUxKSKyXYGviGUT3ZV6TjTZS+Y+qbu3HNwzKT1NKGXKyPsjwiq0R+LjOVncMk53VuD3XJk98wtE9ci2Pp2WpvA8tz6ZQU0XcyNl19C9zDd6myIvCzzEzmK5ckAVL54JdJgdQ92l3vwfga/qgcd7J/P+Drz9WVSfkWq8rEmfFUzKJNjP31QN8R9ta+O8b2hOe04Yu3I7XTbsRu5Hg8YsI3sN3aA+z4PAt/3eDfg3I/gwH73g/06B/b7wux3P9vOgWf+EDyzSFOikdatzCGxqj6xC9/MSq55RFtWkswDu9hP+xbZRY/7vTAgUuE4EOinflHYWc8uXpY/jOcvuLGSvNDJ+nL8Ybxcm1clph+OOWxy7PMyh/Vu/O6cYWb7WkQ73ARHSuSDEebC0PZ32Mu/x3OI44mly9SqoGd6YnbDX4v+wKC4YbSRnz7Aivb2oggNMP3Loh5c0lbIJbUa78DXtudrL/YMrDGy/5Gm9IjvYLLlE7Adu+mzWLrdE5pv3Z/KW52FDgZuG6IIHC/wHfS64cZb/VA+2/HmRDBiPfMJaY9Q9Y1RHHIwPh2XwASW65KbZTQuX/378TFkgr2q77HDU94NVTT7Y8OeO6Ci6ZEPvuv1oNttdyGOO2G4uaCbvq9/j2cp/6di2pRDz+OPewNguto8WeTZGBheQYorzCTzIOXaj42m6r9UmV9DtGNFxZW3kK/A/QvcdzCeDSYAAA==&quot;"/>
    <we:property name="bookmark" value="&quot;H4sIAAAAAAAAA+1aW2/iOBT+K1GkVV/QKvdA33ob7WraTrftdjRa9cGxT8BLiFkn6ZSp8t/32EkoUAgsmrY7DC8U28fH37n6S8qTyXg2TsjkkozAPDSPhRiOiBwattkx02rOj0PWBbCsnhsFjuv4XYfhqhjnXKSZefhk5kT2Ib/jWUESpQgn/zJj5sWBz3xqWcSP3MgNg6553zFJklyRvpKJSZJBxxyDzERKEv4NKhW4lMsCyo4Jj+NESKIOuslJDuqwBxTHMQKzf3URB6E5f4AboHk1G0SeD8zpepZLmOOzIGDKmJgnOe5UGqLaWvxGuxELqe2HPrVJN7Bwj5qvLV+63DHzyVitniCgvpCckmSqX22+awA6HfODFCN0xpNZ+1dJnqU5zydqIKg2DedutUqrRP98HoAEvedEpIxXVj2Zv+vPs8exhCyrHK9FkmK0sKJGN6KQFK4hfh7o00t06pUU6HKNoHJqqY69I0mhA4dazzmaglYpY9Q0Sh4cSf4No3SgpVfInGAQYyFTvkZMqKAy0Sr0AWU4a1f0EdK8oMNJq9AlfDW+CDlsFbqCNM0myQNZh/0WHknWKvFnTgatAp8hy407Lvu8Oey+xI8q3WdiuFFsXybTihB3zIH4eiIBR8w8tEs1k1VFo4tiadmoctMliamYE57WBeQTy48JtULXUoXtB1GoZTOe9pO6iJ/3VrltZgOCf7FvRH/jsUqPxoBaPBL1LGJ1PUah6wdWuK0uL4jc2LYcFxVFtmc5PtG45mpfOVPXTl3koR1S2gv9rh30fM8PXepZz0V+K8aXG1d3VkT/FCAnqsjnQ9Ys4Pc/mi9tmmC2T8AIu+AEYKZPdKaSw1nJjzAxLoBkBZ5t3JIogfnecgMJ+muLzgGLaXVWYzI0DFyr4cQcEmaqsz5JBvJ4og875bLpz86ib2q8myIZLiK5hgdIC2jsNkvdzjBumOW+TovKAc6M09a593Xb8Dpnavw6eCtVTDOtLL9D75h6YA2uxR6CDq3L5Ihh66SgeAFsEd22BF4b7nlU1iaofuPYlSUdTM5RW/IS3HT95VID5Y5IXhGTOiabGXiKKJ/tqtNxqsucM/W06dwzcPSk8TyhlmsjzC9AZKs/5hnLz+CSC7y3BtvlyPaZWyWugbDV7bQygcWF8csSaKqYWy+/BO9hvNXpEFhV5idiFImTAZH5/JWIg+U92F7swbsZ/LoeVLB/PuObzFeXSfWIVOdjQ/jqZlAlx276oGmIu2pfE+N7TXOcKKROaHd7TmSHtotP3oSuZb+RRZjnMd/3PJf1fMa8kOzZ726wX2vPft+Z/e5m29nzzB+CZxZpijTSuBU5SYy6T2zDN7OKax7hlqUkc88udtO+eXax9HX+SnbxvvxhPHvBjaVghUrW9+MP48XavKow/XDMYZ1jX5c5rHbjm3OGqe0rEW1xExxJng9GkHNN288hzt/iPcTxxFBlatTQMzUxveGveX+gUdxQ3MjOHsiS9vauCDUwTKZ7NfiEW0kusNW4e762OV97t3dgrZH9jzQlRr4DyYZvwLbspq9i6WZvaL53f6pudRpY4NsOCUNiub5ngdsL1t7q+/LZjDcnnCLrmU1IcwSyr41iJCfap+MKGIdqXTC9DNrly/9/fEwyTg+ae2z/lndNFU1/2LDjDqhpeugRz3Zj0us5PRJF3SBYX9Btz+tv8S7l/1RM63LodfxxrwGUy80TRZ6NCYUrksISM9E8kjLlx1ZT1U+qpnaW5b9Tt4RP+iUAAA==&quot;"/>
    <we:property name="datasetId" value="&quot;f0cd601c-4357-4787-afdf-cbe66f0205ae&quot;"/>
    <we:property name="embedUrl" value="&quot;/reportEmbed?reportId=046ea0f2-f850-4b86-8bf0-532f782b16ef&amp;config=eyJjbHVzdGVyVXJsIjoiaHR0cHM6Ly9XQUJJLVVBRS1OT1JUSC1B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Sylwester Storczyk</cp:lastModifiedBy>
  <cp:revision>3</cp:revision>
  <dcterms:created xsi:type="dcterms:W3CDTF">2018-06-07T21:39:02Z</dcterms:created>
  <dcterms:modified xsi:type="dcterms:W3CDTF">2025-11-17T12:03:56Z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