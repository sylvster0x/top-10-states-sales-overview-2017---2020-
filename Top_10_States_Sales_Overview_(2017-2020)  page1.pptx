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11" d="100"/>
          <a:sy n="111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03182776-95b7-443d-96c0-ec0def1b491c}">
  <we:reference id="WA200003233" version="2.0.0.3" store="en-US" storeType="OMEX"/>
  <we:alternateReferences/>
  <we:properties>
    <we:property name="Microsoft.Office.CampaignId" value="&quot;none&quot;"/>
    <we:property name="reportUrl" value="&quot;/groups/me/reports/046ea0f2-f850-4b86-8bf0-532f782b16ef/ffc5abdb1900a7a2c7d7?bookmarkGuid=f8f8a103-5bd9-4b98-8d40-b3d6df395021&amp;bookmarkUsage=1&amp;ctid=df8679cd-a80e-45d8-99ac-c83ed7ff95a0&amp;fromEntryPoint=export&quot;"/>
    <we:property name="reportState" value="&quot;CONNECTED&quot;"/>
    <we:property name="artifactViewState" value="&quot;live&quot;"/>
    <we:property name="reportEmbeddedTime" value="&quot;2025-11-17T12:00:26.906Z&quot;"/>
    <we:property name="creatorSessionId" value="&quot;e3964a71-0d13-44f4-bb67-00b4e53ad549&quot;"/>
    <we:property name="creatorUserId" value="&quot;10032003C37DA99E&quot;"/>
    <we:property name="creatorTenantId" value="&quot;df8679cd-a80e-45d8-99ac-c83ed7ff95a0&quot;"/>
    <we:property name="pageDisplayName" value="&quot;GEO Overview&quot;"/>
    <we:property name="pageName" value="&quot;ffc5abdb1900a7a2c7d7&quot;"/>
    <we:property name="reportName" value="&quot;Dashboard Top 10 States Revenue Overview (2017–2020)&quot;"/>
    <we:property name="isVisualContainerHeaderHidden" value="false"/>
    <we:property name="isFiltersActionButtonVisible" value="true"/>
    <we:property name="initialStateBookmark" value="&quot;H4sIAAAAAAAAA+1abU/cOBD+K6tIp35ZkPPivPQbhVZ3AlpaOCp0QtXYnkBKiPeSLGWL+O83dpIFdpdd2EKPUkCCxB7P2zMzHnv3wlFZNchh9B5O0XntvNH65BTKk57r9J2iHfvwYXN77dPml/dr229pWA/qTBeV8/rCqaE8wno/q4aQGw40+M9h34E834Ej85ZCXmHfGWBZ6QLy7Ds2xDRVl0O87Dt4Psh1CYblbg01GrZnRE7vJNtd9UkiyDo7w12UdTOappKDUMJNGIMIPBmpiMjSLK9ppeEgWoPoScZCRdLlEZcuxCFjPpjx1riZ032nHg3M7DopdKTLTEI+5m8W73cKen3nXalPyewLp3WhoXxb1Fk9Mi9aWtNobM+yZJfkn8/HWKJds64LlTVWXTh/2b9vzwclVlXjYkuSD08nZszbrh6WEj9hevVipV+SU3dKTS63GjROvTRi9yEfWoiI61ZGppBVxhgzTJSv1srsO6H0ylLfQrNOIKa6LLIFZNqAqvRcondEk6n5jDaxqIfyZDSX6D1+6x3o8mQu0Q4WRTXKz2CR7nt4DtVcir9rOJ5L8BmrureflUdZJ+zwkv404X4NwzthOx1Mt0Dcd471t/US6U05r91LM1I1SWOTYmbamPFZeRPxkPtBlAgmpOQsihNMruXNzOmXvHnJm2eSN2d2m6IwqyEr2uRIPOYlrmIs5ipyZcQwEGa8yoqjvN3Y7PZln5q4dapjoP+0a4qvlIqGj+WfxCwQ6AsWSR4zQbwYX5ZXHAnuYUi/Ebiex8KQwUJeNZ7XQp9Pc0OXcQQZiUgCD7xYRUmyrGYiTDjzQi+Oo5iLWCrGxVTFMRDajJ1ZPH4E+L3sFN9ZUXsgcpzE/2p6KgiYDbr5JueZpJXXbXZOkfoh86CgBmvToBGXYTOvlZ1Ga/LsHHgDVSZN7F/a4lNh3vU9U+yqmrxU71otdy3dAua2HWtZG5N1qbB8M7KsN7KyE+T2J9z7eG43JjbtHVF8vbZZjYvuY0o/tFGaAm1mMgkjgAgj7nLFk58YpY02n/AMiyHO1PkGxZONVaPXw0J5f880gAbohiqOkAXKD0LwfeniQkD39OD9nZuVaij+HWI5ciYzZbeboOeP3cOPtD39MeXJdcpNHPW2Eaohye41rrnRKnXl4MEaoX6nRpphrhwj48Ps6uFN+qTV864anExq0MLb2dtWDcKLKhWzgDeGe9ec9XS7yQasW5eOI6tNqp/Z+vyPlWSDVij9rXi8YrLIFU3piFIObpCkSiYCqNeTgQyX7X58VBFTPvOVm0R+wBhGi/eVlzL0UoZ++zLUH6fDmqKDp6TRSQXuhuasQG3itNfWlemOooC812J9BfW9CyV8p4XbMLhZFm4pam0zOXq0spa6iS9cgITTIRYE+B6H20tRe8eDsQyJjg6BGPsClCcsDg/eAN/3fP6o0dGVsYXJf++IkFCqdmoiJm45hi1ZwX7IqmbnTaMgZBiEwotoHwzRg2D6pnBy5/rpqUqPaVb3tsHcF/X++NUwua9xDTSJ9DxIWcJCz/eTUMogfILQjANLbz83YCZNa2DxQWAYqoR+OGNcBTyMny4sB/rgucLSmdbAwmMXWMI50I6nUADE4D1dWLYOnicm1q4GEBdZSmAAuJD4TRVjywPyZ0YHyVIej7ZIUj6t/3h+eqpTcx/KrPn0uW197+aDDYLnakttu/0xL+eGGza6NuaaOnawdzVgplsjnAOEWTfS/TvdPT5Pl3wcQjn7nv539sq2Lurj5Y5Pz9MhGzD61S+1nicwbUlr7xGgqLqv+zRGlzq3T50jDvtOblY2s/YigrS1FGMtV83T6li/1ZvSV61E4pNVdBjNYVCZWDDfOaIhhdZm2seWuUjcouNqPlbjix9EMlWeu0JHZbESeF64IujMvOICCsld7nMZT26MnTuMejtZUXS6mcxdytquPj5Vg6/q98PZ3FS/p2pxV5sfzl5T3G6x9qYAIiq1tp8Fd37oCkwxzPPmTsh+/Duj3OlhXQ1A4g4UOKPs2exVRtTc0mf0cLovUmTtTeMd6Fvd/gPWNZDLlygAAA==&quot;"/>
    <we:property name="bookmark" value="&quot;H4sIAAAAAAAAA+1abU/bSBD+K5GlU78EtH5Zv/RbC63uVOjRwlGhEzrN7o7Bxdg52wFSlP9+s7t2gCQkkEKPUkACe3d2dmaemWdfkktHZfUgh9FHOEXntfO2LE9OoTrpuU7fKWxbGKErFKLnomIM3ZAlknrLQZOVRe28vnQaqI6w2c/qIeRaETX+fdh3IM934Ei/pZDX2HcGWNVlAXn2Da0wdTXVEMd9By8GeVmBVrnbQINa7RmJ0zuZ4K77NCPIJjvDXZSNbU1TyUEo4SaMQQSejFREYmmWNzRSaxCtX/QkY6Ei6fKISxfikDEfdHvr49zuvtOMBrp3gww6KqtMQj7RrwfvdwZ6fed9VZ6S25dOG0kt+a5osmakX0ppXKO2PaOSjSk+X46xQjNmoyxUZr26dP4wf99dDCqsaxtiI5IPT6d69NtuOawkfsb06sXMPqag7lQlhdxYYIM61tPuQz40EJHWrYxcIa+0M7qZJF+9qbJvhNIrI32LzAaBmJZVkS0RKzWoqlwo9J5kMrVY0QcsmqE8GS0U+ojnvYOyOlkotINFUY/yM1hm+x5eQL1Q4q8GjhcKfMG66e1n1VHWTXY4pj823a9heCdsZ5PpFoj7znF5vlEhvSnntTvWLbUtGlMUc8tGt8+rm4iH3A+iRDAhJWdRnGByrW7mdr/UzUvdPJO6OTPLFKVZA1nRFkfiMS9xaSmMuYpcGTEMhG6vs+Iobxc2s3yZJ5u3Tn0M9J9WTfGVSlHrMfqTmAUCfcEiyWMmSBfjq+qKI8E9DOk3AtfzWBgyWKqrwYtGlBez2tBlHEFGIpLAAy9WUZKsapkIE8680IvjKOYilopxMcM4GkJTsXPJ43uA38tO8b2Zag9EjtP4X3XPJAEzSbfY5TyTNPK6z84p0n5IPyhowPg0sNNlaPtLZbrRuDy/Bt5CnUmd+2NDPjXm3b5nRl3dUJSaXWPlrpFbotxsx1rV2uWyUli9HRnVm1nVTeT2p8L7eGHXLtrtHUl8vbZYTUj3MWc/NFmaAi1mMgkjgAgj7nLFkx+Ypdaaz3iGxRDn2nxD4snmqrbrYaG8f2QsoAGdVVQcIQuUH4Tg+9LFpYDulYOPd96s1EPx7xCrkTNdKbtdBz1/6h6+Z9vTn0ieXJf8gKPeNkI9pLl7NjQ3tkodHTzYRqjfmZFmmCtHz/HnfPbwpmPS2nlXC06mLWjh7fxtWYPwIqZiBnDruHctWE93N2nBunXoJLPaovqRW5//kUk2aYQqz4vHI5NlobDUEaUc3CBJlUwE0F5PBjJcdffjo4qY8pmv3CTyA8YwWr6uvNDQCw398jTUn5TDG0UHT0mt0wbcDc15iWrztNfyyuyOooC812J9BfW9iRK+0cBtGNykhVtIrd1Mjh6N1lI38YULkHA6xIIA3+NwOxW1dzwYy5Dk6BCIsS9AecLg8OAb4Puezx81OzoaW1r8984ICZVqu6Zy4pZj2IoM9l1e2ZU3jYKQYRAKL6J1MEQPgtmbwumV64eXKj2mWdPbBn1f1PvtZ8Pkvs5ZaBLpeZCyhIWe7yehlEH4BKGZJFa5/dyAmXbNwuKDwDBUCf1wxrgKeBg/XVgOyoPnCkvnmoWFxy6whHOgFU+hAIjBe7qwbB08T0yMXxYQF1lKYAC4kPiWxdjqgPye0UGyksejLZopn7V/0j/b1Zm5D1VmP31ut753i8EmwXO1pLa7/Yku50YYNrttzDVzTGPvqkF3t044BwjzbqT7d7p7fJ4h+TSEav49/a8cle2yaI5XOz49z4Bswuhnv9R6nsC0lNbeI0BRd1/3sU5XZW6eukAc9p1cj7S95iKCrDUSEyvX9dP6xL71m7OvmxlJT1bTYTSHQa1zQX/niJoUGp9pHVvlInGLjqv5xIx//CCSqfLcNToqi7XA88I1QWfmNRdQSO5yn8t4emHswqHN28mKorNNV+5K3nb8+FQdvuLvh/PZst9T9bjj5ofzV5PbLd7enICEqrI0nwV3cegIphjmub0TMh//zqG7ctjUA5C4AwXOoT1TvUpPtZD6tB0T0huP/wPqgRKYbigAAA==&quot;"/>
    <we:property name="datasetId" value="&quot;f0cd601c-4357-4787-afdf-cbe66f0205ae&quot;"/>
    <we:property name="embedUrl" value="&quot;/reportEmbed?reportId=046ea0f2-f850-4b86-8bf0-532f782b16ef&amp;config=eyJjbHVzdGVyVXJsIjoiaHR0cHM6Ly9XQUJJLVVBRS1OT1JUSC1BLVBSSU1BUlktcmVkaXJlY3QuYW5hbHlzaXMud2luZG93cy5uZXQiLCJlbWJlZEZlYXR1cmVzIjp7InVzYWdlTWV0cmljc1ZOZXh0Ijp0cnVlfX0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85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Sylwester Storczyk</cp:lastModifiedBy>
  <cp:revision>3</cp:revision>
  <dcterms:created xsi:type="dcterms:W3CDTF">2018-06-07T21:39:02Z</dcterms:created>
  <dcterms:modified xsi:type="dcterms:W3CDTF">2025-11-17T12:01:37Z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